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2D3914-A35C-4ED1-9188-A1F2B82CD0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EE0B5E-629C-4468-A2F2-0FEC566B02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ABA7B36-A706-4347-9C01-91A3756837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E9E7124-A60C-4892-AD25-D584AD447C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D90629C-18A2-4A30-80F5-C16488C350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8833EC6-6BDD-48A0-8EF7-EA11F75931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B3351E2-9218-40A6-A15D-8F6BEE35A8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25D23A0-75FD-49FC-99A8-29FE101FE0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0021739-AC37-4D36-AEDF-49D61360B6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B1CA32B-6D51-4F61-916C-B45721B0D1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C1CD548-E454-4074-8264-F4E2966D45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B195FF-CBB7-4436-8CD9-59357AC56638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24FAFB-B2B8-44B8-AEC5-BC1980965E89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450DA7-E19F-4C2E-830F-643978920F8A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0E798C-257C-4EBD-975B-29F6B2AD9C64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29BA2B-5694-4615-8B3E-924CA60EE336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5D7903-CD8B-4962-90C1-3BFAF0B9444E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E6B648-E48D-4711-AA2E-601C11B67AB3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28DB13-7E3B-4E3C-B880-D118083D8095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1D9012-0C01-409B-BA15-7EAD789B3E56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5867C1-8DC9-4730-91AF-AA0D3DD701A0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1F4C6A-CE6A-4826-9691-135EC1BFE545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rcRect l="0" t="0" r="0" b="3668"/>
          <a:stretch/>
        </p:blipFill>
        <p:spPr>
          <a:xfrm>
            <a:off x="8465040" y="1794240"/>
            <a:ext cx="3702960" cy="3920040"/>
          </a:xfrm>
          <a:prstGeom prst="rect">
            <a:avLst/>
          </a:prstGeom>
          <a:ln w="0">
            <a:noFill/>
          </a:ln>
        </p:spPr>
      </p:pic>
      <p:pic>
        <p:nvPicPr>
          <p:cNvPr id="50" name="" descr=""/>
          <p:cNvPicPr/>
          <p:nvPr/>
        </p:nvPicPr>
        <p:blipFill>
          <a:blip r:embed="rId2"/>
          <a:stretch/>
        </p:blipFill>
        <p:spPr>
          <a:xfrm>
            <a:off x="4134600" y="1784520"/>
            <a:ext cx="4354920" cy="3682440"/>
          </a:xfrm>
          <a:prstGeom prst="rect">
            <a:avLst/>
          </a:prstGeom>
          <a:ln w="0">
            <a:noFill/>
          </a:ln>
        </p:spPr>
      </p:pic>
      <p:pic>
        <p:nvPicPr>
          <p:cNvPr id="51" name="" descr=""/>
          <p:cNvPicPr/>
          <p:nvPr/>
        </p:nvPicPr>
        <p:blipFill>
          <a:blip r:embed="rId3"/>
          <a:stretch/>
        </p:blipFill>
        <p:spPr>
          <a:xfrm>
            <a:off x="286200" y="1715400"/>
            <a:ext cx="3821400" cy="3821040"/>
          </a:xfrm>
          <a:prstGeom prst="rect">
            <a:avLst/>
          </a:prstGeom>
          <a:ln w="0">
            <a:noFill/>
          </a:ln>
        </p:spPr>
      </p:pic>
      <p:sp>
        <p:nvSpPr>
          <p:cNvPr id="52" name=""/>
          <p:cNvSpPr/>
          <p:nvPr/>
        </p:nvSpPr>
        <p:spPr>
          <a:xfrm>
            <a:off x="73800" y="1612800"/>
            <a:ext cx="44784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122720" y="1559520"/>
            <a:ext cx="4478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8447400" y="1612800"/>
            <a:ext cx="44820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Application>LibreOffice/24.2.7.2$Linux_X86_64 LibreOffice_project/420$Build-2</Application>
  <AppVersion>15.0000</AppVersion>
  <Words>82</Words>
  <Paragraphs>23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2025-12-08T01:35:32Z</dcterms:created>
  <dc:creator>Sebastian Miles</dc:creator>
  <dc:description/>
  <dc:language>en-US</dc:language>
  <cp:lastModifiedBy/>
  <dcterms:modified xsi:type="dcterms:W3CDTF">2025-12-11T10:42:18Z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